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37160"/>
            <a:ext cx="1463040" cy="1463040"/>
          </a:xfrm>
          <a:prstGeom prst="ellipse">
            <a:avLst/>
          </a:prstGeom>
          <a:solidFill>
            <a:srgbClr val="5A8CFF"/>
          </a:solidFill>
          <a:ln w="12700">
            <a:solidFill>
              <a:srgbClr val="5A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32004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300" kern="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PUZZLE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 vs  Greedy Best-First Search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2880360"/>
            <a:ext cx="1828800" cy="54864"/>
          </a:xfrm>
          <a:prstGeom prst="rect">
            <a:avLst/>
          </a:prstGeom>
          <a:solidFill>
            <a:srgbClr val="5A8C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LỚN 1 — TRÍ TUỆ NHÂN TẠO  •  HK1 2026–2027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Search (BFS)  +  Heuristic Search (Greedy Best-First)  •  Python 3 + Pygame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sinh viên  •  GVHD: Bộ môn KHMT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BTL1 — Trí tuệ nhân tạo  •  Pipes Puzzle  •  BFS vs Greedy Best-First  •  HK1 2026–2027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phần chính  •  10 phút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5A8C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bài toán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53619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trên puzzle-pipes.com — luật chơi &amp; mục tiêu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5A8C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92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8928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hóa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10312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successor, goal test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59736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5A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597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4597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Blind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67004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toán, độ phức tạp, demo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5A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266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0266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Best-First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23697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h(n) &amp; ví dụ minh họa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93592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5A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935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5935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80390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so sánh thời gian / bộ nhớ / số node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502920" cy="411480"/>
          </a:xfrm>
          <a:prstGeom prst="roundRect">
            <a:avLst>
              <a:gd name="adj" fmla="val 17778"/>
            </a:avLst>
          </a:prstGeom>
          <a:solidFill>
            <a:srgbClr val="5A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60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4160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Kết luận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37083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step-by-step &amp; hướng phát triển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BTL1 — Trí tuệ nhân tạo  •  Pipes Puzzle  •  BFS vs Greedy Best-First  •  HK1 2026–2027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—  Pipes Puzzle là gì?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puzzle trên puzzle-pipes.com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3246120"/>
          </a:xfrm>
          <a:prstGeom prst="roundRect">
            <a:avLst>
              <a:gd name="adj" fmla="val 3380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chơi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Mỗi ô chứa một đoạn ống: thẳng (—/ |), góc (└), chữ T (├), đầu bịt (╵) hoặc rỗng.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35000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Mỗi đoạn có thể xoay 90° — nhiệm vụ là xoay sao cho mọi đầu ống đều khớp với ô kề.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91693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Không có đầu ống nào chĩa ra biên, và toàn bộ hệ thống phải liên thông thành một mạng duy nhất.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3483864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Bài toán là NP-khó trên lưới lớn; không gian trạng thái = 4^k (k = số ô xoay được).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0" y="1325880"/>
            <a:ext cx="3200400" cy="3246120"/>
          </a:xfrm>
          <a:prstGeom prst="roundRect">
            <a:avLst>
              <a:gd name="adj" fmla="val 3429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463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3 ×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73736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(scrambled)  →  Sau (solved)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23560" y="2057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 ─  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·  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┘  │  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20574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  ─  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·  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 ─  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 khóa (CROSS) không xoay  •  h = số cạnh lỗi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0" y="420624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puzzle-pipes.com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BTL1 — Trí tuệ nhân tạo  •  Pipes Puzzle  •  BFS vs Greedy Best-First  •  HK1 2026–2027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—  Mô hình hóa bài toán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•  Successor  •  Goal test  •  Heuristic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5A8C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Tuple[int] độ dài N = rows×cols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Mỗi phần tử = rotation 0..3 của ô tương ứng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 dụ 3×3 → state = (1,0,2, 3,0,1, 0,0,3)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46304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FBE3C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63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Xoay 1 ô chưa khóa 90° (clockwise)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Branching factor b = số ô xoay được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/ EMPTY không sinh successor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46304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50DC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count_mismatches(state) ==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Mỗi cạnh kề kiểm tra khớp hướng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biên không được chĩa ra ngoài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HEURISTIC  h(n)  =  mismatches(n)  +  2 × disconnected(n)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mismatches = số cạnh kề không khớp (đếm mỗi cặp 1 lần)  •  disconnected = 1 nếu đồ thị ống rời rạc, ngược lại 0  •  h(goal) = 0, h càng nhỏ càng gần đích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BTL1 — Trí tuệ nhân tạo  •  Pipes Puzzle  •  BFS vs Greedy Best-First  •  HK1 2026–2027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—  BFS  (Breadth-First Search)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search  •  FIFO queue  •  Tối ưu &amp; đầy đủ trên không gian hữu hạn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Frontier ← queue([start]), visited ← {start}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Lặp: pop trái queue → state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Nếu is_goal(state) → reconstruct path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2660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Sinh successors, enqueue những state chưa visited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953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Lặp tới khi tìm thấy goal hoặc hết frontier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tìm đường ngắn nhất (ít lần xoay nhất) nhưng tốn bộ nhớ theo hàm mũ.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Phức tạp:  O(b^d) time &amp; memory  •  b = branching, d = độ sâu nghiệm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37760" y="132588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463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tính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7830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7830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 đủ (complete)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0" y="19659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tìm ra nghiệm nếu tồn tại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66360" y="2286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2860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đi ngắn nhất theo số bước xoay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66360" y="27889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7889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Tốn bộ nhớ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29718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toàn bộ frontier + visited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6360" y="3291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32918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 trên lưới lớn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34747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trở lên có thể &gt;100k nodes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4114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deque + set visited  •  tracemalloc đo peak memory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BTL1 — Trí tuệ nhân tạo  •  Pipes Puzzle  •  BFS vs Greedy Best-First  •  HK1 2026–2027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—  Greedy Best-First Search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 •  Priority queue theo h(n)  •  Nhanh nhưng không tối ưu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Frontier ← heap([(h(start), start)])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2075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Lặp: pop state có h nhỏ nhất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Nếu is_goal(state) → done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26609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Sinh successors, push vào heap với h(nxt)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953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Luôn mở rộng node “trông gần đích nhất”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h(n) = mismatches + 2·disconnected  — đơn giản, rẻ, hiệu quả cao trên Pipes.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0D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đảm bảo tối ưu, nhưng thường nhanh hơn BFS hàng chục lần.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37760" y="132588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463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heuristic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783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Trạng thái A:  4 cạnh lỗi  →  h = 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Trạng thái B:  1 cạnh lỗi  →  h = 1  ← ưu tiên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Trạng thái C:  2 cạnh lỗi + rời rạc → h = 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66360" y="27889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23304A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 order:  B (h=1)  →  A (h=4)  →  C (h=4)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36576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 + visited set  •  tie-breaker = counter để ổn định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166360" y="4023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A*: Greedy chỉ dùng h(n), không cộng g(n) — nhanh hơn, ít tốn nhớ hơn.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BTL1 — Trí tuệ nhân tạo  •  Pipes Puzzle  •  BFS vs Greedy Best-First  •  HK1 2026–2027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—  Thực nghiệm &amp; So sánh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puzzle từ 3×3 đến 6×6  •  max_nodes = 300k  •  Python 3 + tracemalloc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320040"/>
          </a:xfrm>
          <a:prstGeom prst="roundRect">
            <a:avLst>
              <a:gd name="adj" fmla="val 34286"/>
            </a:avLst>
          </a:prstGeom>
          <a:solidFill>
            <a:srgbClr val="5A8CFF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53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463040" y="1353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0" y="1353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0" y="1353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0" y="1353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66360" y="1353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(s)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72200" y="1353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3×3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6304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8600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6636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7220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MB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196596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3×3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6304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0040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~120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6636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7220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~0.5 MB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224028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 4×4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46304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0040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11480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~18k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16636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7220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~12 MB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251460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 4×4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46304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20040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1480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~1.2k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16636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72200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~1.5 MB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5760" y="278892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5×5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46304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28600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✓*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0040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11480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~180k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16636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7220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~85 MB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306324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5×5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46304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28600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20040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11480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~4k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16636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17220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 MB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" y="333756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6×6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46304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28600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20040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96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11480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&gt;300k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16636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&gt;10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172200" y="3337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&gt;150 MB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5760" y="361188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6×6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46304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28600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D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20040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11480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~9k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16636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17220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 MB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65760" y="39776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BFS trên Medium 5×5 chạm ngưỡng max_nodes — Greedy vẫn giải mượt. Hard 6×6 BFS vượt bộ nhớ/timeout.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65760" y="4206240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1A2340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 Greedy nhanh hơn BFS 10–30×, tốn ít bộ nhớ hơn 10–20×, nhưng đường đi dài hơn ~15–20% (không tối ưu).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BTL1 — Trí tuệ nhân tạo  •  Pipes Puzzle  •  BFS vs Greedy Best-First  •  HK1 2026–2027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—  Demo Pygame &amp; Kết luận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trực quan  •  Hướng phát triển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222E55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quan (main.py)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Phím 1–4: đổi puzzle (3×3 → 6×6)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20848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 / G: chạy BFS / Greedy (auto-animate)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2386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S: step từng bước  •  R: reset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26883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Click ô để xoay thủ công  •  ô lỗi đỏ, ô đúng xanh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Thanh thống kê: expanded / frontier / time / h(n)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Chạy:  pip install -r requirements.txt &amp;&amp; python main.py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37760" y="1325880"/>
            <a:ext cx="3749040" cy="3337560"/>
          </a:xfrm>
          <a:prstGeom prst="roundRect">
            <a:avLst>
              <a:gd name="adj" fmla="val 3288"/>
            </a:avLst>
          </a:prstGeom>
          <a:solidFill>
            <a:srgbClr val="1E2A52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463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BFS phù hợp puzzle nhỏ, cần nghiệm tối ưu.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75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Greedy phù hợp puzzle lớn, cần tốc độ.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66360" y="2368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Có thể nâng cấp lên A* (f = g + h) để cân bằng.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66360" y="26609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Thêm Hill Climbing / Simulated Annealing để so sánh.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66360" y="29535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Mở rộng sang puzzle khác: Mosaic, LITS, Nurikabe.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66360" y="35204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5A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cô &amp; các bạn đã lắng nghe!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66360" y="4297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C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BTL1 — Trí tuệ nhân tạo  •  Pipes Puzzle  •  BFS vs Greedy Best-First  •  HK1 2026–2027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Pipes Puzzle - BFS vs Greedy Best-First Search</dc:title>
  <dc:subject>Bai tap lon 1 - Tim kiem</dc:subject>
  <dc:creator>Nhom Pipes Puzzle</dc:creator>
  <cp:lastModifiedBy>Nhom Pipes Puzzle</cp:lastModifiedBy>
  <cp:revision>1</cp:revision>
  <dcterms:created xsi:type="dcterms:W3CDTF">2026-10-12T13:19:52Z</dcterms:created>
  <dcterms:modified xsi:type="dcterms:W3CDTF">2026-10-12T13:19:52Z</dcterms:modified>
</cp:coreProperties>
</file>